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314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79806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83464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419856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456432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041648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078224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00016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285232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321808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0702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594360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开局那二十秒也是性能问题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画质控制器原本从满分辨率起步，注释自己写着代价是「二十秒的幻灯片」。唯一玩过的人报的正是这个。改成从中间档起步：最坏下降从四步减到两步，快机器一两秒内爬回去。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https://cyn-nya.github.io/foreign/ 返回 200。站点是靠两步手工操作才存在的：改仓库为 public，再用 JSON body 开启 Pages —— gh api -f 撑不起嵌套对象，这一点失败过一次。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首屏体量 · 两步处理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84% 的体积是纹理：82 张全 2048² PNG，而屏幕显示不出 2048²。缩到 1024² 后 254.5 → 111.5 MB（小 56%）。预载也不再阻塞开局。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0487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62042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8" y="61950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617677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