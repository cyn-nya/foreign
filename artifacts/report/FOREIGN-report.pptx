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139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258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62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性能也要被量，包括量错再纠正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先猜瓶颈在填充率，用只采几帧的方法「验证」为否 —— 方法不可靠。改用每档 90 秒重测：关掉重建后整帧只有 17 ms，重建占 99%，分辨率降 34%。先前的结论是错的，已纠正。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740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7403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异常类型 5 → 7 种；四种惊吓而非一种；黑暗与手电筒逐层递进。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8211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8211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901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901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9826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9826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00634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00634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14/21 已由 Lux3D 生成，7 个仍是占位；接入已就绪，只缺额度。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6144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61441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