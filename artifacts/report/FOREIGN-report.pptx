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在计时结束前找出全部。标记正确不扣任何东西；每层 3 次失手额度，标错扣 8 秒。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6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 MB 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 KB，八叉树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134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248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splat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56432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529584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2245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976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92624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065776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52928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944368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四种惊吓，不是一种吓四次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脸闪 150 ms / 慢慢逼近 420 ms / 全黑并掐掉手电筒 620 ms / 连环两次。
一个效果换六张脸仍然只是一种惊吓；学乖了的玩家不会再缩脖子。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913632"/>
            <a:ext cx="6400800" cy="969264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05072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102352"/>
            <a:ext cx="6400800" cy="86868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5212080"/>
            <a:ext cx="5943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0545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66090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6791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67919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音效、注视者动画、异常类型 5 → 7 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21868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37413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39242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39242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线上实测 8/8，34 个资产全部就位。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3192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08736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1056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410565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90 秒 720p。本机每秒不足一帧，录不了实机，故用真实截图合成。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6451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8006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8188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8188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两条接入路径都已就绪并验证；占位模型保证游戏完整可玩。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35838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51383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532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53212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