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7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63,022,215 字节的室内高斯泼溅场景，运行时流式加载。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304,628 字节，八叉树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172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313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可通关性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2798064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2834640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3419856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3456432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041648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4078224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63440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4700016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同一症状出现两次，就该去量而不是再猜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玩家两遍都说「第一关走完了没找到东西」。四个假设全被测量否掉，最后指向 height：渲染器当它是缩放目标所以永远对，过滤器却当它是真实尺寸。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285232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321808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性能也要被量，而且量错了两次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先猜瓶颈在 CPU 排序 —— 方法不可靠。改用每档 90 秒重测：重建占 99%，分辨率 0.40x 省 29%。但同一套方法又报了四个「有效旋钮」，重跑全部落空（基线自己漂了 60%）；工具这次拒绝出结论，四个都没进代码。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907024"/>
            <a:ext cx="6675120" cy="56692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9536" y="5943600"/>
            <a:ext cx="6309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开局那二十秒也是性能问题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9A9488"/>
                </a:solidFill>
                <a:latin typeface="Segoe UI"/>
              </a:rPr>
              <a:t>画质控制器原本从满分辨率起步，注释自己写着代价是「二十秒的幻灯片」。唯一玩过的人报的正是这个。改成从中间档起步：最坏下降从四步减到两步，快机器一两秒内爬回去。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4708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2374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25526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31012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98678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04164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它会自己冲过来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第 3 层起，一个真实模型穿过房间向你逼近，窗口按层收紧（2200 ms → 1000 ms）。
点鼠标解除；没解除就撞上你，并触发一次扑脸。这是唯一一个必须动手的机制。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18304"/>
            <a:ext cx="64008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73168"/>
            <a:ext cx="59436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脚步是距离，不是定时器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站在原地不动时一声不响（0.78 m 一步，且两步之间有下限间隔）。
定时器版本会在你屏住呼吸的时候一直响 —— 那是恐怖游戏最不能犯的错。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04687"/>
            <a:ext cx="6400800" cy="78638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5596128"/>
            <a:ext cx="5943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21–31%。脚步则断言「走路有声、站着无声」两半。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385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2024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0030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55574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5466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52831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异常类型 5 → 7 种；四种惊吓；冲锋；脚步与逐层加深的音乐床。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00837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16382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可通关性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15468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13639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8/8 层都留出扫视时间；最难的第 8 层剩 92.9 秒。npm run search:time。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6164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7719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7627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已上线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744468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https://cyn-nya.github.io/foreign/ 返回 200。站点是靠两步手工操作才存在的：改仓库为 public，再用 JSON body 开启 Pages —— gh api -f 撑不起嵌套对象，这一点失败过一次。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2452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37997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37083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352544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100 秒 720p、10 个真实镜头。本机每秒不足一帧，录不了实机，故用真实截图合成。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83260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98805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49789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已完成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4960620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55/55 全部由 Lux3D 生成：21 个异物、鬼影、伪人与冲刺体，13 件写实家具。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4068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559612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首屏体量 · 已减半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8" y="558698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FA86B"/>
                </a:solidFill>
                <a:latin typeface="Segoe UI"/>
              </a:rPr>
              <a:t>已优化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5568696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缩小前 84% 的体积是纹理：82 张全是 2048² PNG，而屏幕显示不出 2048²。缩到 1024² 后 254.5 → 111.5 MB（小 56%），55 个仍全部加载。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60487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77824" y="62042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6048" y="619506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44768" y="6176772"/>
            <a:ext cx="51142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