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在计时结束前找出全部。每层只有 3 次标记机会，标错扣时间与机会。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85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170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93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009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609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1868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741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3924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39242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在真实浏览器里实测可玩。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3192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08736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056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10565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78 秒真实游玩，清过第 1 层。机器无 GPU，帧率受限。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451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8006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8188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8188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两条接入路径都已就绪并验证；占位模型保证游戏完整可玩。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5838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5138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532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53212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