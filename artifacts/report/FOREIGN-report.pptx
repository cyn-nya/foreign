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172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311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79806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283464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419856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456432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041648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078224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700016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同一症状出现两次，就该去量而不是再猜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玩家两遍都说「第一关走完了没找到东西」。四个假设全被测量否掉，最后指向 height：渲染器当它是缩放目标所以永远对，过滤器却当它是真实尺寸。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285232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321808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90702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594360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开局那二十秒也是性能问题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画质控制器原本从满分辨率起步，注释自己写着代价是「二十秒的幻灯片」。唯一玩过的人报的正是这个。改成从中间档起步：最坏下降从四步减到两步，快机器一两秒内爬回去。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8A64A"/>
                </a:solidFill>
                <a:latin typeface="Segoe UI"/>
              </a:rPr>
              <a:t>未上线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gh-pages 已部署、本地验收 7/7，但 Pages 从未开启过（has_pages: false）：需先改仓库为 public，再手工开启一次 Pages。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