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标记任何不可能出现在一个家里的东西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9A9488"/>
                </a:solidFill>
                <a:latin typeface="Segoe UI"/>
              </a:rPr>
              <a:t>这条约束砍掉了一整类设计：任何「和之前不一样」的东西都不能用。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346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因此删掉了「东西消失了」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0040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它只有在记得原样的前提下才成立。玩家第一次进房间，没有参照物。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14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异物闯入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2628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1772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9320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8464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09320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18464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1024" y="509320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1024" y="518464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67712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23B2E"/>
                </a:solidFill>
                <a:latin typeface="Segoe UI"/>
              </a:rPr>
              <a:t>文生 3D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2048256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全部异物资产的唯一来源。运行时按 key 替换占位模型。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34639"/>
            <a:ext cx="10874959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944367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310127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3090671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77055"/>
            <a:ext cx="10874959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98678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352543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4133087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19472"/>
            <a:ext cx="10874959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394960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51755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85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运行时摆放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11096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39"/>
            <a:ext cx="5943600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53511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877055"/>
            <a:ext cx="5943600" cy="89611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995927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3 · 替换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Lux3D 资产按同一个 key 放进 public/assets/foreign/，不改动任何玩法逻辑。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三个无头实机验收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225296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225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8E4DC"/>
                </a:solidFill>
                <a:latin typeface="Segoe UI"/>
              </a:rPr>
              <a:t>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2286000"/>
            <a:ext cx="1225296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2395728"/>
            <a:ext cx="1225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28346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2286000"/>
            <a:ext cx="1225296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2395728"/>
            <a:ext cx="1225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8346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splat/拾取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3168" y="2286000"/>
            <a:ext cx="1225296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1225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8E4DC"/>
                </a:solidFill>
                <a:latin typeface="Segoe UI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8346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286000"/>
            <a:ext cx="1225296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2395728"/>
            <a:ext cx="12252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8346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520440"/>
            <a:ext cx="6675120" cy="76809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3611880"/>
            <a:ext cx="6309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416552"/>
            <a:ext cx="6675120" cy="76809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507992"/>
            <a:ext cx="6309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2286000"/>
            <a:ext cx="3840480" cy="301752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2468880"/>
            <a:ext cx="3429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菜单路径永远碰不到它 —— 按钮回调跑得晚。只有真的去走演示链接那条捷径才会。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1323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7510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9339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93392"/>
            <a:ext cx="5114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33472"/>
            <a:ext cx="10874959" cy="71323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81635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834640"/>
            <a:ext cx="5114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74720"/>
            <a:ext cx="10874959" cy="71323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576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67588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675888"/>
            <a:ext cx="5114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78 秒真实游玩，清过第 1 层。机器无 GPU，帧率受限。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15968"/>
            <a:ext cx="10874959" cy="71323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49884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B · Lux3D 生成 15 个资产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5171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517136"/>
            <a:ext cx="5114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占位模型已就位，游戏完整可玩；生成后按 key 替换即可。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157216"/>
            <a:ext cx="10874959" cy="71323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534009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D · 部署 / 报告 / 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53583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进行中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5358384"/>
            <a:ext cx="5114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本报告即其一。部署与发帖需要账号。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