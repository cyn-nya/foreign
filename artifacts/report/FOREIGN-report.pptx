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172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311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2907792"/>
            <a:ext cx="6675120" cy="6400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296265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602736"/>
            <a:ext cx="6675120" cy="6400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65760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297680"/>
            <a:ext cx="6675120" cy="6400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35254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992624"/>
            <a:ext cx="6675120" cy="6400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047488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E8E4DC"/>
                </a:solidFill>
                <a:latin typeface="Segoe UI"/>
              </a:rPr>
              <a:t>同一症状出现两次，就该去量而不是再猜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玩家两遍都说「第一关走完了没找到东西」。四个假设全被测量否掉，最后指向 height：渲染器当它是缩放目标所以永远对，过滤器却当它是真实尺寸。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687568"/>
            <a:ext cx="6675120" cy="6400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742432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8A64A"/>
                </a:solidFill>
                <a:latin typeface="Segoe UI"/>
              </a:rPr>
              <a:t>未上线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gh-pages 已部署、本地验收 7/7，但 Pages 从未开启过（has_pages: false）：需先改仓库为 public，再手工开启一次 Pages。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100 秒 720p、10 个真实镜头。本机每秒不足一帧，录不了实机，故用真实截图合成。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