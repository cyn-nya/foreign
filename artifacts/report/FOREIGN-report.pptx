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168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306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0156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47472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13308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0624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86460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93776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961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6692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性能也要被量，而且量错了两次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先猜瓶颈在 CPU 排序 —— 方法不可靠。改用每档 90 秒重测：重建占 99%，分辨率 0.40x 省 29%。但同一套方法又报了四个「有效旋钮」，重跑全部落空（基线自己漂了 60%）；工具这次拒绝出结论，四个都没进代码。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2374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1012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8678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04164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它会自己冲过来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第 3 层起，一个真实模型穿过房间向你逼近，窗口按层收紧（2200 ms → 1000 ms）。
点鼠标解除；没解除就撞上你，并触发一次扑脸。这是唯一一个必须动手的机制。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1830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7316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脚步是距离，不是定时器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站在原地不动时一声不响（0.78 m 一步，且两步之间有下限间隔）。
定时器版本会在你屏住呼吸的时候一直响 —— 那是恐怖游戏最不能犯的错。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04687"/>
            <a:ext cx="6400800" cy="78638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596128"/>
            <a:ext cx="5943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21–31%。脚步则断言「走路有声、站着无声」两半。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385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2024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466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2831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异常类型 5 → 7 种；四种惊吓；冲锋；脚步与逐层加深的音乐床。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3639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627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D8A64A"/>
                </a:solidFill>
                <a:latin typeface="Segoe UI"/>
              </a:rPr>
              <a:t>未上线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44468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gh-pages 已部署、本地验收 7/7；但仓库私有，Pages 开不了，线上仍 404。需把仓库改为 public。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708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52544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100 秒 720p、10 个真实镜头。本机每秒不足一帧，录不了实机，故用真实截图合成。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9789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96062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55/55 全部由 Lux3D 生成：21 个异物、鬼影、伪人与冲刺体，13 件写实家具。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5869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56869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