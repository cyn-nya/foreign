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168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306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未上线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gh-pages 已部署、本地验收 7/7，但 Pages 从未开启过（has_pages: false）：需先改仓库为 public，再手工开启一次 Pages。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