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134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253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0156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747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13308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0624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86460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3776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961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6692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性能假设也要被证伪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先猜瓶颈在填充率（降分辨率无效），再猜在 CPU 排序（cap 排序，335 帧实测只差 2–4%，且慢机器上该上限根本不会生效）。两个假设都被自己的测量推翻，第二个已移除。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52928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944368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913632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5072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102352"/>
            <a:ext cx="6400800" cy="8686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5212080"/>
            <a:ext cx="5943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740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7403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异常类型 5 → 7 种；四种惊吓而非一种；黑暗与手电筒逐层递进。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821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8211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901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901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982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9826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0063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00634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14/21 已由 Lux3D 生成，7 个仍是占位；接入已就绪，只缺额度。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6144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61441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