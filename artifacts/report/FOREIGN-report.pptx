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1828800"/>
            <a:ext cx="10874959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6600" b="1">
                <a:solidFill>
                  <a:srgbClr val="E8E4DC"/>
                </a:solidFill>
                <a:latin typeface="Segoe UI"/>
              </a:rPr>
              <a:t>FOREIGN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788920"/>
            <a:ext cx="10874959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0">
                <a:solidFill>
                  <a:srgbClr val="9A9488"/>
                </a:solidFill>
                <a:latin typeface="Segoe UI"/>
              </a:rPr>
              <a:t>异物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529584"/>
            <a:ext cx="108749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E8E4DC"/>
                </a:solidFill>
                <a:latin typeface="Segoe UI"/>
              </a:rPr>
              <a:t>这间屋子里有东西不该在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4041648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4261104"/>
            <a:ext cx="10874959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第一人称恐怖找异常 · 发生在 3D 重建的真实房间里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Manycore Aholo Global 3D AI Hackathon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一句话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是什么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概览    ·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92224"/>
            <a:ext cx="67665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>走进一间被 3DGS 重建的真实公寓。它看起来就是一个普通的家 ——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>问题恰恰在这里：每一层都有东西不属于这里。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/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>在计时结束前找出全部。标记正确不扣任何东西；每层 3 次失手额度，标错扣 8 秒。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>全部找到就下潜一层：同一个房间，重新洗牌。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661910" y="2247519"/>
            <a:ext cx="3878580" cy="2198370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1-read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2266569"/>
            <a:ext cx="3840480" cy="216027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8368" y="5394960"/>
            <a:ext cx="1087495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上面这张是游戏里的原始画面，不是概念图 —— 房间是重建出来的，不是建模出来的。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核心判断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我们把重建当成可玩，而不是可浏览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设计    ·    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5760720" cy="100584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920240"/>
            <a:ext cx="532180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房间只重建一次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美术成本是固定的。它是一件资产，不是一个关卡。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962656"/>
            <a:ext cx="5760720" cy="100584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3090672"/>
            <a:ext cx="532180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所有变化来自生成的 3D 内容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每层的不同不是重新布置家具，而是放进新的东西。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133088"/>
            <a:ext cx="5760720" cy="100584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261104"/>
            <a:ext cx="532180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没有 Lux3D，这个游戏不成立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异物只能来自文生 3D。工具是内容引擎，不是点缀。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4358" y="2195027"/>
            <a:ext cx="4878019" cy="2760554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3-foreign-obj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214077"/>
            <a:ext cx="4839919" cy="272245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玩法 · 一条规则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只看它做什么，不看它是什么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玩法    ·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92224"/>
            <a:ext cx="6035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不需要背房间，不需要和上一层对比 —— 一眼就要能判。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甚至不需要判断这东西该不该在这儿：房间里本来就摆着同样奇怪的模型。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凡是「和上一层不一样」才算的异常，都被砍掉了。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97180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23B2E"/>
                </a:solidFill>
                <a:latin typeface="Segoe UI"/>
              </a:rPr>
              <a:t>所以：异常一定在「动」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337560"/>
            <a:ext cx="6035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在看你、浮起来、变了形、多了几个、倒过来、成群 —— 摆着不动的都是无辜的。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16052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现有 7 种异常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572000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4663440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注视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39696" y="4572000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39696" y="4663440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悬浮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21024" y="4572000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21024" y="4663440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变形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02352" y="4572000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02352" y="4663440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复制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138928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5230368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倒挂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139696" y="5138928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39696" y="5230368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成群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5715000"/>
            <a:ext cx="6035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删掉了「异物闯入」：房间里站着同类无辜物件之后，「它不该在这儿」就不再可判。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30390" y="2407539"/>
            <a:ext cx="4610100" cy="2609850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10-horror-st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2426589"/>
            <a:ext cx="4572000" cy="25717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工具使用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用到的 Manycore / Aholo 工具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技术    ·    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87452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Aholo Lux3D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2128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文生 3D · 必需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15968" y="1975104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异物资产的唯一来源。两条接入路径：Open API 批处理，或网页版导出后导入。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660904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274320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Aholo Open API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08152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REST · 已对真实接口验证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2843784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创建 → 轮询 → 立刻下载（结果 URL 2 小时过期）。认证头与错误映射已实测。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529584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361188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@manycore/aholo-viewer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" y="395020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3DGS 渲染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15968" y="3712464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在浏览器里渲染真实重建的房间，第一人称行走。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4398263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" y="4480559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官方开源 3DGS 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" y="4818887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scene.7c26e842.spz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15968" y="4581143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63,022,215 字节的室内高斯泼溅场景，运行时流式加载。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5266944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534924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官方体素碰撞场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" y="568756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collision.voxel.bin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15968" y="5449824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304,628 字节，八叉树 + 叶位。地板、墙体、天花板都是它。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两个渲染后端，一套玩法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技术    ·    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6400800" cy="11887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920240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23B2E"/>
                </a:solidFill>
                <a:latin typeface="Segoe UI"/>
              </a:rPr>
              <a:t>真实房间（默认入口）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@manycore/aholo-viewer + 官方 3DGS 场景 + 体素碰撞。
相机、行走、胶囊碰撞全部自己接管，才能控制手感。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163824"/>
            <a:ext cx="6400800" cy="11887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3291840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9A9488"/>
                </a:solidFill>
                <a:latin typeface="Segoe UI"/>
              </a:rPr>
              <a:t>程序化房间（classic.html）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three.js 搭建的同一套房间，用于对比与回退。
它证明玩法不依赖某一个渲染器。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672584"/>
            <a:ext cx="6400800" cy="9144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809744"/>
            <a:ext cx="5943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FA86B"/>
                </a:solidFill>
                <a:latin typeface="Segoe UI"/>
              </a:rPr>
              <a:t>共享层：规则 / 目录 / 类型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不含任何渲染依赖，所以同一套关卡生成逻辑被两个后端使用，也被 172 个单测覆盖。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70470" y="2564701"/>
            <a:ext cx="3970019" cy="2249805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2-living-r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583751"/>
            <a:ext cx="3931919" cy="221170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资产迭代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占位模型 → 相机实测锚点 → Lux3D 生成 → 运行时替换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资产    ·    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59436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883664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1 · 占位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21 个程序化 GLB 烘焙进构建，688 KB。任何时候都可玩，不依赖网络。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578608"/>
            <a:ext cx="59436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2670048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2 · 锚点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0.25 m 网格向下投射得 219 个候选面 → 楼层带筛到 112 → 胶囊可站立 97 → 排除离入口 1.6 m 内 → 最远点贪心取 9 个。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364992"/>
            <a:ext cx="59436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456432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3 · 生成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Lux3D text-to-3D。有 API key 时 npm run assets:generate 一条命令跑完；没有 key 时用网页版导出，assets:import 校验并归位。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151376"/>
            <a:ext cx="59436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4242816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4 · 替换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同一个 key 放回 public/assets/foreign/ 即自动生效，不改动任何玩法逻辑。来源记在 manifest，assets:check 断言真假。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38390" y="1773174"/>
            <a:ext cx="3776980" cy="2141220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room-g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7440" y="1792224"/>
            <a:ext cx="3738880" cy="210312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7438390" y="4059174"/>
            <a:ext cx="3776980" cy="2141220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05-watch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7440" y="4078224"/>
            <a:ext cx="3738880" cy="21031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工程严谨性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验收不是「我看过了」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质量    · 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92224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E8E4DC"/>
                </a:solidFill>
                <a:latin typeface="Segoe UI"/>
              </a:rPr>
              <a:t>npm run verify  =  类型检查 → 单测 → 构建 → 验收，共 313 项断言，全部通过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172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单元测试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56816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56816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56816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体素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55264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55264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55264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资产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53712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53712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84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3712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真实房间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52160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52160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15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2160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程序化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50608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50608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50608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可通关性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49056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49056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49056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部署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2798064"/>
            <a:ext cx="6675120" cy="56692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" y="2834640"/>
            <a:ext cx="63093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E8E4DC"/>
                </a:solidFill>
                <a:latin typeface="Segoe UI"/>
              </a:rPr>
              <a:t>每条移动断言都带双边界限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9A9488"/>
                </a:solidFill>
                <a:latin typeface="Segoe UI"/>
              </a:rPr>
              <a:t>「能停住」和「根本没动」无法区分。所以同时断言：有碰撞时走不远，关掉碰撞后必须走得很远。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3419856"/>
            <a:ext cx="6675120" cy="56692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9536" y="3456432"/>
            <a:ext cx="63093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E8E4DC"/>
                </a:solidFill>
                <a:latin typeface="Segoe UI"/>
              </a:rPr>
              <a:t>对照是必需项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9A9488"/>
                </a:solidFill>
                <a:latin typeface="Segoe UI"/>
              </a:rPr>
              <a:t>「异常朝向玩家」只有在「地面物体不转头」也成立时才有意义，否则整个房间一起转也会通过。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041648"/>
            <a:ext cx="6675120" cy="56692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9536" y="4078224"/>
            <a:ext cx="63093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E8E4DC"/>
                </a:solidFill>
                <a:latin typeface="Segoe UI"/>
              </a:rPr>
              <a:t>静默失效比崩溃更危险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9A9488"/>
                </a:solidFill>
                <a:latin typeface="Segoe UI"/>
              </a:rPr>
              <a:t>「文件存在 = 已生成」让整个 Lux3D 环节变成空操作，且不报错。现在由来源记录判定，并配一条「真资产必须被跳过」的反向断言。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" y="4663440"/>
            <a:ext cx="6675120" cy="56692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9536" y="4700016"/>
            <a:ext cx="63093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E8E4DC"/>
                </a:solidFill>
                <a:latin typeface="Segoe UI"/>
              </a:rPr>
              <a:t>同一症状出现两次，就该去量而不是再猜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9A9488"/>
                </a:solidFill>
                <a:latin typeface="Segoe UI"/>
              </a:rPr>
              <a:t>玩家两遍都说「第一关走完了没找到东西」。四个假设全被测量否掉，最后指向 height：渲染器当它是缩放目标所以永远对，过滤器却当它是真实尺寸。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5285232"/>
            <a:ext cx="6675120" cy="56692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9536" y="5321808"/>
            <a:ext cx="63093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E8E4DC"/>
                </a:solidFill>
                <a:latin typeface="Segoe UI"/>
              </a:rPr>
              <a:t>性能也要被量，而且量错了两次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9A9488"/>
                </a:solidFill>
                <a:latin typeface="Segoe UI"/>
              </a:rPr>
              <a:t>先猜瓶颈在 CPU 排序 —— 方法不可靠。改用每档 90 秒重测：重建占 99%，分辨率 0.40x 省 29%。但同一套方法又报了四个「有效旋钮」，重跑全部落空（基线自己漂了 60%）；工具这次拒绝出结论，四个都没进代码。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58368" y="5907024"/>
            <a:ext cx="6675120" cy="56692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9536" y="5943600"/>
            <a:ext cx="63093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E8E4DC"/>
                </a:solidFill>
                <a:latin typeface="Segoe UI"/>
              </a:rPr>
              <a:t>开局那二十秒也是性能问题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9A9488"/>
                </a:solidFill>
                <a:latin typeface="Segoe UI"/>
              </a:rPr>
              <a:t>画质控制器原本从满分辨率起步，注释自己写着代价是「二十秒的幻灯片」。唯一玩过的人报的正是这个。改成从中间档起步：最坏下降从四步减到两步，快机器一两秒内爬回去。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680960" y="2286000"/>
            <a:ext cx="3840480" cy="3291840"/>
          </a:xfrm>
          <a:prstGeom prst="roundRect">
            <a:avLst/>
          </a:prstGeom>
          <a:solidFill>
            <a:srgbClr val="1C1212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09560" y="2432304"/>
            <a:ext cx="3429000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C23B2E"/>
                </a:solidFill>
                <a:latin typeface="Segoe UI"/>
              </a:rPr>
              <a:t>实测抓到的真 bug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?autostart=1 直接崩溃：let plan 声明在 autostart 块之后，而这条路径是同步调用，变量还在暂时性死区。菜单路径永远碰不到它 —— 按钮回调跑得晚。</a:t>
            </a:r>
          </a:p>
          <a:p>
            <a:pPr algn="l">
              <a:spcAft>
                <a:spcPts val="500"/>
              </a:spcAft>
            </a:pPr>
            <a:r>
              <a:rPr sz="1100" b="1">
                <a:solidFill>
                  <a:srgbClr val="E8E4DC"/>
                </a:solidFill>
                <a:latin typeface="Segoe UI"/>
              </a:rPr>
              <a:t>而演示链接正是评审会点开的东西。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另一个相反的例子：低帧率下 setTension 每帧重新锚定指数曲线，收敛变成按帧数而不是按时间，音效滞后好几秒。测试一直红，但红的不是测试写错了。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玩法深度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恐怖来自放进来的东西，不是房间本身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玩法    ·    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64008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847088"/>
            <a:ext cx="59436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它会看着你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stare 异常每帧朝玩家转向，并带轻微的呼吸浮动。
这是唯一一个不需要任何参照物就成立的异常 —— 你看着它的时候它就是错的。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523744"/>
            <a:ext cx="64008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2578608"/>
            <a:ext cx="59436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四种惊吓，不是一种吓四次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脸闪 150 ms / 慢慢逼近 420 ms / 全黑并掐掉手电筒 620 ms / 连环两次。
一个效果换六张脸仍然只是一种惊吓；学乖了的玩家不会再缩脖子。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255264"/>
            <a:ext cx="64008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310128"/>
            <a:ext cx="59436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声音先于视线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两个失谐振荡器拍频，经低通滤波。靠近最近异常时音量收紧、滤波打开。
标记命中是上行音，失手是下行 —— 不用看 HUD 就能分辨。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986784"/>
            <a:ext cx="64008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4041648"/>
            <a:ext cx="59436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它会自己冲过来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第 3 层起，一个真实模型穿过房间向你逼近，窗口按层收紧（2200 ms → 1000 ms）。
点鼠标解除；没解除就撞上你，并触发一次扑脸。这是唯一一个必须动手的机制。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4718304"/>
            <a:ext cx="64008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4773168"/>
            <a:ext cx="59436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脚步是距离，不是定时器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站在原地不动时一声不响（0.78 m 一步，且两步之间有下限间隔）。
定时器版本会在你屏住呼吸的时候一直响 —— 那是恐怖游戏最不能犯的错。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5504687"/>
            <a:ext cx="6400800" cy="786384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7824" y="5596128"/>
            <a:ext cx="5943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6FA86B"/>
                </a:solidFill>
                <a:latin typeface="Segoe UI"/>
              </a:rPr>
              <a:t>音效是测出来的，不是「我写了」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读的是 AnalyserNode 的实际信号：7 m 处 gain 0.789、0.5 m 处 0.909，平均 RMS 近处响 21–31%。脚步则断言「走路有声、站着无声」两半。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570470" y="2564701"/>
            <a:ext cx="3970020" cy="2249805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04-mark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583751"/>
            <a:ext cx="3931920" cy="221170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状态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现在到哪了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进度    ·   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947672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A · 真实 3DGS 房间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6048" y="193852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FA86B"/>
                </a:solidFill>
                <a:latin typeface="Segoe UI"/>
              </a:rPr>
              <a:t>完成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4768" y="1920240"/>
            <a:ext cx="511423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默认入口就是重建房间，行走、碰撞、玩法闭环全部实测通过。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400300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555748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C · 玩法深化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6048" y="254660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FA86B"/>
                </a:solidFill>
                <a:latin typeface="Segoe UI"/>
              </a:rPr>
              <a:t>完成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2528316"/>
            <a:ext cx="511423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异常类型 5 → 7 种；四种惊吓；冲锋；脚步与逐层加深的音乐床。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008376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3163824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可通关性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6048" y="315468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FA86B"/>
                </a:solidFill>
                <a:latin typeface="Segoe UI"/>
              </a:rPr>
              <a:t>已实测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44768" y="3136392"/>
            <a:ext cx="511423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8/8 层都留出扫视时间；最难的第 8 层剩 92.9 秒。npm run search:time。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3616452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771900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D · 部署 / 报告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6048" y="376275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FA86B"/>
                </a:solidFill>
                <a:latin typeface="Segoe UI"/>
              </a:rPr>
              <a:t>已上线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44768" y="3744468"/>
            <a:ext cx="511423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https://cyn-nya.github.io/foreign/ 返回 200。站点是靠两步手工操作才存在的：改仓库为 public，再用 JSON body 开启 Pages —— gh api -f 撑不起嵌套对象，这一点失败过一次。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4224528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379976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demo 视频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56048" y="437083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FA86B"/>
                </a:solidFill>
                <a:latin typeface="Segoe UI"/>
              </a:rPr>
              <a:t>完成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4352544"/>
            <a:ext cx="511423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100 秒 720p、10 个真实镜头。本机每秒不足一帧，录不了实机，故用真实截图合成。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4832604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7824" y="4988052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B · Lux3D 资产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56048" y="497890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FA86B"/>
                </a:solidFill>
                <a:latin typeface="Segoe UI"/>
              </a:rPr>
              <a:t>已完成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44768" y="4960620"/>
            <a:ext cx="511423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55/55 全部由 Lux3D 生成：21 个异物、鬼影、伪人与冲刺体，13 件写实家具。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440680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7824" y="5596128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已知风险 · 首屏体量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56048" y="558698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D8A64A"/>
                </a:solidFill>
                <a:latin typeface="Segoe UI"/>
              </a:rPr>
              <a:t>需注意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44768" y="5568696"/>
            <a:ext cx="511423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启动时一次性加载 55 个模型、约 254 MB。缺资产会退回占位模型不会崩，所以流式加载可行，但会改变 ready 的含义并牵动验收链。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" y="6048756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77824" y="6204204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X 发帖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56048" y="619506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待发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44768" y="6176772"/>
            <a:ext cx="511423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文案已备好，对传播分（5%）。需要账号。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286000"/>
            <a:ext cx="1087495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E8E4DC"/>
                </a:solidFill>
                <a:latin typeface="Segoe UI"/>
              </a:rPr>
              <a:t>FOREIGN / 异物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3291840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3520440"/>
            <a:ext cx="1087495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9A9488"/>
                </a:solidFill>
                <a:latin typeface="Segoe UI"/>
              </a:rPr>
              <a:t>一次重建，无限内容。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9A9488"/>
                </a:solidFill>
                <a:latin typeface="Segoe UI"/>
              </a:rPr>
              <a:t>房间是真实的，多出来的东西是生成的。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937760"/>
            <a:ext cx="108749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3B2E"/>
                </a:solidFill>
                <a:latin typeface="Segoe UI"/>
              </a:rPr>
              <a:t>#Manycorehackathon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