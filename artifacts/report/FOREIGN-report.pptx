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在计时结束前找出全部。每层只有 3 次标记机会，标错扣时间与机会。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标记任何不可能出现在一个家里的东西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9A9488"/>
                </a:solidFill>
                <a:latin typeface="Segoe UI"/>
              </a:rPr>
              <a:t>这条约束砍掉了一整类设计：任何「和之前不一样」的东西都不能用。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346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因此删掉了「东西消失了」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0040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它只有在记得原样的前提下才成立。玩家第一次进房间，没有参照物。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14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2628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异物闯入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2628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1772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2628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1772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2628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1772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9320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8464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09320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18464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21024" y="509320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1024" y="518464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85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161 项断言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93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009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609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1868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741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3924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39242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在真实浏览器里实测可玩。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3192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08736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056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10565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78 秒真实游玩，清过第 1 层。机器无 GPU，帧率受限。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451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8006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8188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8188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两条接入路径都已就绪并验证；占位模型保证游戏完整可玩。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5838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5138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532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53212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