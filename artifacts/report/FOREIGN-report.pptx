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138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268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0156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3308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06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6460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377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961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6692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降级必须降在瓶颈上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自适应画质本来只降分辨率。实测 640×360 并不比 960×540 快 —— 时间在 CPU 排序上，不在填像素上。于是两个维度一起降，画面不再白糊。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52928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4436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913632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507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102352"/>
            <a:ext cx="6400800" cy="8686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5212080"/>
            <a:ext cx="5943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740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7403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异常类型 5 → 7 种；四种惊吓而非一种；黑暗与手电筒逐层递进。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821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8211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901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901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982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9826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0063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00634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14/21 已由 Lux3D 生成，7 个仍是占位；接入已就绪，只缺额度。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6144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61441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