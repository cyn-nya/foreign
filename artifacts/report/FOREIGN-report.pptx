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168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306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0156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3308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06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6460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377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961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6692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8A64A"/>
                </a:solidFill>
                <a:latin typeface="Segoe UI"/>
              </a:rPr>
              <a:t>未上线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gh-pages 已部署、本地验收 7/7；但仓库私有，Pages 开不了，线上仍 404。需把仓库改为 public。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