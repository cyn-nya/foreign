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63,022,215 字节的室内高斯泼溅场景，运行时流式加载。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304,628 字节，八叉树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172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313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可通关性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2798064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2834640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3419856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3456432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041648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078224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663440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4700016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同一症状出现两次，就该去量而不是再猜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玩家两遍都说「第一关走完了没找到东西」。四个假设全被测量否掉，最后指向 height：渲染器当它是缩放目标所以永远对，过滤器却当它是真实尺寸。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285232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5321808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性能也要被量，而且量错了两次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先猜瓶颈在 CPU 排序 —— 方法不可靠。改用每档 90 秒重测：重建占 99%，分辨率 0.40x 省 29%。但同一套方法又报了四个「有效旋钮」，重跑全部落空（基线自己漂了 60%）；工具这次拒绝出结论，四个都没进代码。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907024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" y="5943600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开局那二十秒也是性能问题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画质控制器原本从满分辨率起步，注释自己写着代价是「二十秒的幻灯片」。唯一玩过的人报的正是这个。改成从中间档起步：最坏下降从四步减到两步，快机器一两秒内爬回去。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4708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2374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7860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25526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1012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98678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04164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它会自己冲过来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第 3 层起，一个真实模型穿过房间向你逼近，窗口按层收紧（2200 ms → 1000 ms）。
点鼠标解除；没解除就撞上你，并触发一次扑脸。这是唯一一个必须动手的机制。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1830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7316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脚步是距离，不是定时器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站在原地不动时一声不响（0.78 m 一步，且两步之间有下限间隔）。
定时器版本会在你屏住呼吸的时候一直响 —— 那是恐怖游戏最不能犯的错。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504687"/>
            <a:ext cx="6400800" cy="78638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596128"/>
            <a:ext cx="5943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21–31%。脚步则断言「走路有声、站着无声」两半。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3852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2024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466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2831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异常类型 5 → 7 种；四种惊吓；冲锋；脚步与逐层加深的音乐床。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546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36392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627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已上线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44468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https://cyn-nya.github.io/foreign/ 返回 200。站点是靠两步手工操作才存在的：改仓库为 public，再用 JSON body 开启 Pages —— gh api -f 撑不起嵌套对象，这一点失败过一次。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7083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52544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100 秒 720p、10 个真实镜头。本机每秒不足一帧，录不了实机，故用真实截图合成。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9789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已完成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496062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55/55 全部由 Lux3D 生成：21 个异物、鬼影、伪人与冲刺体，13 件写实家具。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58698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56869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