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134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258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52928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4436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913632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507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102352"/>
            <a:ext cx="6400800" cy="8686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5212080"/>
            <a:ext cx="5943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740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7403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异常类型 5 → 7 种；四种惊吓而非一种；黑暗与手电筒逐层递进。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821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8211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901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901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982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9826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0063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00634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14/21 已由 Lux3D 生成，7 个仍是占位；接入已就绪，只缺额度。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6144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61441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